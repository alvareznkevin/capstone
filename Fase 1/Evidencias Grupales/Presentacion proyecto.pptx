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IN Next Bold" charset="1" panose="020B0803020203050203"/>
      <p:regular r:id="rId24"/>
    </p:embeddedFont>
    <p:embeddedFont>
      <p:font typeface="Inter" charset="1" panose="020B0502030000000004"/>
      <p:regular r:id="rId25"/>
    </p:embeddedFont>
    <p:embeddedFont>
      <p:font typeface="DIN Next" charset="1" panose="020B0503020203050203"/>
      <p:regular r:id="rId26"/>
    </p:embeddedFont>
    <p:embeddedFont>
      <p:font typeface="Barlow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1066800"/>
            <a:ext cx="11430000" cy="104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AutoGest Aconcagua</a:t>
            </a:r>
          </a:p>
        </p:txBody>
      </p:sp>
      <p:sp>
        <p:nvSpPr>
          <p:cNvPr name="AutoShape 6" id="6"/>
          <p:cNvSpPr/>
          <p:nvPr/>
        </p:nvSpPr>
        <p:spPr>
          <a:xfrm>
            <a:off x="7334250" y="2266950"/>
            <a:ext cx="3619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334000" y="2409825"/>
            <a:ext cx="7620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Sistema de Gestión Automotriz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110781" y="3158490"/>
            <a:ext cx="8066438" cy="2765636"/>
          </a:xfrm>
          <a:custGeom>
            <a:avLst/>
            <a:gdLst/>
            <a:ahLst/>
            <a:cxnLst/>
            <a:rect r="r" b="b" t="t" l="l"/>
            <a:pathLst>
              <a:path h="2765636" w="8066438">
                <a:moveTo>
                  <a:pt x="0" y="0"/>
                </a:moveTo>
                <a:lnTo>
                  <a:pt x="8066438" y="0"/>
                </a:lnTo>
                <a:lnTo>
                  <a:pt x="8066438" y="2765636"/>
                </a:lnTo>
                <a:lnTo>
                  <a:pt x="0" y="276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>
            <a:off x="9525" y="8096250"/>
            <a:ext cx="17049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1450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Integrantes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8524875"/>
            <a:ext cx="47625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Lucas Palma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Kevin Alvarez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David Velasco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275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Asignatura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8620125"/>
            <a:ext cx="4762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Capstone 002D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Profesor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0" y="8620125"/>
            <a:ext cx="4762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Mauricio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72390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Tabla de Contenidos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3305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3352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9525" y="38766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43000" y="3971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4019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Problemática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9525" y="454342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43000" y="46386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500" y="46863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9525" y="52101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43000" y="53054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500" y="53530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Específicos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9525" y="587692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143000" y="5972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6019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Solución Propuesta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9525" y="65436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43000" y="6638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6686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Épicas del Proyecto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3305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15500" y="3352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Historias de Usuario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9525" y="38766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144000" y="3971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5500" y="4019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9525" y="454342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9144000" y="46386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500" y="46863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</a:p>
        </p:txBody>
      </p:sp>
      <p:sp>
        <p:nvSpPr>
          <p:cNvPr name="AutoShape 32" id="32"/>
          <p:cNvSpPr/>
          <p:nvPr/>
        </p:nvSpPr>
        <p:spPr>
          <a:xfrm flipH="true">
            <a:off x="9525" y="52101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144000" y="53054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5500" y="53530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Cronograma</a:t>
            </a:r>
          </a:p>
        </p:txBody>
      </p:sp>
      <p:sp>
        <p:nvSpPr>
          <p:cNvPr name="AutoShape 35" id="35"/>
          <p:cNvSpPr/>
          <p:nvPr/>
        </p:nvSpPr>
        <p:spPr>
          <a:xfrm flipH="true" flipV="true">
            <a:off x="9525" y="587692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0" y="5972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15500" y="6019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Equipo de Trabajo</a:t>
            </a:r>
          </a:p>
        </p:txBody>
      </p:sp>
      <p:sp>
        <p:nvSpPr>
          <p:cNvPr name="AutoShape 38" id="38"/>
          <p:cNvSpPr/>
          <p:nvPr/>
        </p:nvSpPr>
        <p:spPr>
          <a:xfrm flipH="true">
            <a:off x="9525" y="65436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144000" y="6638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15500" y="6686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33500" y="2817784"/>
            <a:ext cx="8191500" cy="3810000"/>
            <a:chOff x="0" y="0"/>
            <a:chExt cx="10922000" cy="508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22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10922000">
                  <a:moveTo>
                    <a:pt x="508000" y="0"/>
                  </a:moveTo>
                  <a:lnTo>
                    <a:pt x="10414000" y="0"/>
                  </a:lnTo>
                  <a:cubicBezTo>
                    <a:pt x="10694560" y="0"/>
                    <a:pt x="10922000" y="227439"/>
                    <a:pt x="10922000" y="508000"/>
                  </a:cubicBezTo>
                  <a:lnTo>
                    <a:pt x="10922000" y="4572000"/>
                  </a:lnTo>
                  <a:cubicBezTo>
                    <a:pt x="10922000" y="4852561"/>
                    <a:pt x="10694560" y="5080000"/>
                    <a:pt x="10414000" y="5080000"/>
                  </a:cubicBezTo>
                  <a:lnTo>
                    <a:pt x="508000" y="5080000"/>
                  </a:lnTo>
                  <a:cubicBezTo>
                    <a:pt x="227439" y="5080000"/>
                    <a:pt x="0" y="4852561"/>
                    <a:pt x="0" y="4572000"/>
                  </a:cubicBezTo>
                  <a:lnTo>
                    <a:pt x="0" y="508000"/>
                  </a:ln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22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82300" y="2617181"/>
            <a:ext cx="6275504" cy="4173871"/>
          </a:xfrm>
          <a:custGeom>
            <a:avLst/>
            <a:gdLst/>
            <a:ahLst/>
            <a:cxnLst/>
            <a:rect r="r" b="b" t="t" l="l"/>
            <a:pathLst>
              <a:path h="4173871" w="6275504">
                <a:moveTo>
                  <a:pt x="0" y="0"/>
                </a:moveTo>
                <a:lnTo>
                  <a:pt x="6275504" y="0"/>
                </a:lnTo>
                <a:lnTo>
                  <a:pt x="6275504" y="4173872"/>
                </a:lnTo>
                <a:lnTo>
                  <a:pt x="0" y="417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Contexto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250" y="2940338"/>
            <a:ext cx="7429500" cy="347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 desarrollado para una automotora pequeña/mediana ubicada en la ciudad de San Felipe, Región de Valparaíso, dedicada a la compra y venta de automóviles, camionetas y camiones.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negocio cuenta con vehículos disponibles tanto en el local como en plataformas online, siendo gestionado principalmente por su dueño.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Problemática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38250" y="3762375"/>
            <a:ext cx="7429500" cy="3333750"/>
            <a:chOff x="0" y="0"/>
            <a:chExt cx="9906000" cy="444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762375"/>
            <a:ext cx="7429500" cy="3333750"/>
            <a:chOff x="0" y="0"/>
            <a:chExt cx="9906000" cy="444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19250" y="3999547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Gestión Descentralizada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250" y="4870126"/>
            <a:ext cx="66675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automotora actualmente maneja información de vehículos, clientes y ventas de manera poco centralizada, lo que dificulta mantener los datos actualizados y acceder rápidamente a ellos.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9800" y="3999547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Datos Inconsistentes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0" y="4870126"/>
            <a:ext cx="66675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información relacionada con las características y especificaciones técnicas de los vehículos requiere consultas y registro de datos, aumentando el trabajo manual y la posibilidad de inconsistencias en la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Necesidad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43000" y="3899535"/>
            <a:ext cx="7429500" cy="3333750"/>
            <a:chOff x="0" y="0"/>
            <a:chExt cx="9906000" cy="444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899535"/>
            <a:ext cx="7429500" cy="3333750"/>
            <a:chOff x="0" y="0"/>
            <a:chExt cx="9906000" cy="444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24000" y="4157978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Centralización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6850" y="4738802"/>
            <a:ext cx="6667500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automotora necesita centralizar y organizar la información de vehículos, clientes y ventas, facilitando su consulta y actualización.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1788" y="3824603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Optimización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1788" y="4014902"/>
            <a:ext cx="6667500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cliente necesita mejorar la gestion de la informacion que utiliza en sus actividaes diarias, reducir tareas manuales y acceder rápidamente a información técnica de los vehículos en su inventario.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Además, el cliente necesita contar con informacion tecnica de los vehiculos de manera ordenada y actualizada ,  permitiendole optimizar estos procesos.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Solución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43000" y="3595370"/>
            <a:ext cx="4953000" cy="4000500"/>
            <a:chOff x="0" y="0"/>
            <a:chExt cx="66040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8250" y="3509645"/>
            <a:ext cx="4953000" cy="57150"/>
            <a:chOff x="0" y="0"/>
            <a:chExt cx="66040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19250" y="3856990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Plataforma Web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 plataforma web que centralice la gestión de vehículos, clientes, ventas, gastos y oportunidades de negocio en un solo lugar.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81750" y="3595370"/>
            <a:ext cx="4953000" cy="4000500"/>
            <a:chOff x="0" y="0"/>
            <a:chExt cx="6604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81750" y="3481070"/>
            <a:ext cx="4953000" cy="57150"/>
            <a:chOff x="0" y="0"/>
            <a:chExt cx="66040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94074" y="3856990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Inteligencia Artificial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074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de indicadores, recomendación de vehículos mediante IA y obtención automática de fichas técnicas mediante una fuente externa.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20500" y="3595370"/>
            <a:ext cx="4953000" cy="4000500"/>
            <a:chOff x="0" y="0"/>
            <a:chExt cx="6604000" cy="533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86162" y="3481070"/>
            <a:ext cx="4953000" cy="57150"/>
            <a:chOff x="0" y="0"/>
            <a:chExt cx="6604000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067162" y="3837368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Valor Entregado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01500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Centralizar la información, reducir tareas administrativas y facilitar toma de decisiones y gestión de oportunidades de venta.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36106" y="1785937"/>
            <a:ext cx="14664798" cy="8248949"/>
          </a:xfrm>
          <a:custGeom>
            <a:avLst/>
            <a:gdLst/>
            <a:ahLst/>
            <a:cxnLst/>
            <a:rect r="r" b="b" t="t" l="l"/>
            <a:pathLst>
              <a:path h="8248949" w="14664798">
                <a:moveTo>
                  <a:pt x="0" y="0"/>
                </a:moveTo>
                <a:lnTo>
                  <a:pt x="14664798" y="0"/>
                </a:lnTo>
                <a:lnTo>
                  <a:pt x="14664798" y="8248949"/>
                </a:lnTo>
                <a:lnTo>
                  <a:pt x="0" y="8248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666750"/>
            <a:ext cx="7620000" cy="91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0"/>
              </a:lnSpc>
              <a:spcBef>
                <a:spcPct val="0"/>
              </a:spcBef>
            </a:pPr>
            <a:r>
              <a:rPr lang="en-US" b="true" sz="4771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45264" y="1771992"/>
            <a:ext cx="14634662" cy="8231997"/>
          </a:xfrm>
          <a:custGeom>
            <a:avLst/>
            <a:gdLst/>
            <a:ahLst/>
            <a:cxnLst/>
            <a:rect r="r" b="b" t="t" l="l"/>
            <a:pathLst>
              <a:path h="8231997" w="14634662">
                <a:moveTo>
                  <a:pt x="0" y="0"/>
                </a:moveTo>
                <a:lnTo>
                  <a:pt x="14634661" y="0"/>
                </a:lnTo>
                <a:lnTo>
                  <a:pt x="14634661" y="8231998"/>
                </a:lnTo>
                <a:lnTo>
                  <a:pt x="0" y="823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666750"/>
            <a:ext cx="7620000" cy="91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0"/>
              </a:lnSpc>
              <a:spcBef>
                <a:spcPct val="0"/>
              </a:spcBef>
            </a:pPr>
            <a:r>
              <a:rPr lang="en-US" b="true" sz="4771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095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95500" y="1862138"/>
            <a:ext cx="14853925" cy="8002245"/>
          </a:xfrm>
          <a:custGeom>
            <a:avLst/>
            <a:gdLst/>
            <a:ahLst/>
            <a:cxnLst/>
            <a:rect r="r" b="b" t="t" l="l"/>
            <a:pathLst>
              <a:path h="8002245" w="14853925">
                <a:moveTo>
                  <a:pt x="0" y="0"/>
                </a:moveTo>
                <a:lnTo>
                  <a:pt x="14853925" y="0"/>
                </a:lnTo>
                <a:lnTo>
                  <a:pt x="14853925" y="8002245"/>
                </a:lnTo>
                <a:lnTo>
                  <a:pt x="0" y="8002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857250"/>
            <a:ext cx="7620000" cy="65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6"/>
              </a:lnSpc>
              <a:spcBef>
                <a:spcPct val="0"/>
              </a:spcBef>
            </a:pPr>
            <a:r>
              <a:rPr lang="en-US" b="true" sz="4286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No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100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0733" y="380698"/>
            <a:ext cx="1339204" cy="648002"/>
          </a:xfrm>
          <a:custGeom>
            <a:avLst/>
            <a:gdLst/>
            <a:ahLst/>
            <a:cxnLst/>
            <a:rect r="r" b="b" t="t" l="l"/>
            <a:pathLst>
              <a:path h="648002" w="1339204">
                <a:moveTo>
                  <a:pt x="0" y="0"/>
                </a:moveTo>
                <a:lnTo>
                  <a:pt x="1339203" y="0"/>
                </a:lnTo>
                <a:lnTo>
                  <a:pt x="1339203" y="648002"/>
                </a:lnTo>
                <a:lnTo>
                  <a:pt x="0" y="64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7208" y="588745"/>
            <a:ext cx="53312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b="true" sz="1592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675" y="42862"/>
            <a:ext cx="18169375" cy="10220273"/>
          </a:xfrm>
          <a:custGeom>
            <a:avLst/>
            <a:gdLst/>
            <a:ahLst/>
            <a:cxnLst/>
            <a:rect r="r" b="b" t="t" l="l"/>
            <a:pathLst>
              <a:path h="10220273" w="18169375">
                <a:moveTo>
                  <a:pt x="0" y="0"/>
                </a:moveTo>
                <a:lnTo>
                  <a:pt x="18169375" y="0"/>
                </a:lnTo>
                <a:lnTo>
                  <a:pt x="18169375" y="10220274"/>
                </a:lnTo>
                <a:lnTo>
                  <a:pt x="0" y="1022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0170" y="448261"/>
            <a:ext cx="1073178" cy="519280"/>
          </a:xfrm>
          <a:custGeom>
            <a:avLst/>
            <a:gdLst/>
            <a:ahLst/>
            <a:cxnLst/>
            <a:rect r="r" b="b" t="t" l="l"/>
            <a:pathLst>
              <a:path h="519280" w="1073178">
                <a:moveTo>
                  <a:pt x="0" y="0"/>
                </a:moveTo>
                <a:lnTo>
                  <a:pt x="1073177" y="0"/>
                </a:lnTo>
                <a:lnTo>
                  <a:pt x="1073177" y="519279"/>
                </a:lnTo>
                <a:lnTo>
                  <a:pt x="0" y="51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11956"/>
            <a:ext cx="63329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b="true" sz="1673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43000" y="15525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89434" y="1871461"/>
            <a:ext cx="13521267" cy="7605712"/>
          </a:xfrm>
          <a:custGeom>
            <a:avLst/>
            <a:gdLst/>
            <a:ahLst/>
            <a:cxnLst/>
            <a:rect r="r" b="b" t="t" l="l"/>
            <a:pathLst>
              <a:path h="7605712" w="13521267">
                <a:moveTo>
                  <a:pt x="0" y="0"/>
                </a:moveTo>
                <a:lnTo>
                  <a:pt x="13521267" y="0"/>
                </a:lnTo>
                <a:lnTo>
                  <a:pt x="13521267" y="7605713"/>
                </a:lnTo>
                <a:lnTo>
                  <a:pt x="0" y="7605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2802" y="515257"/>
            <a:ext cx="841915" cy="34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  <a:spcBef>
                <a:spcPct val="0"/>
              </a:spcBef>
            </a:pPr>
            <a:r>
              <a:rPr lang="en-US" b="true" sz="1977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71525"/>
            <a:ext cx="7620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Arquitectura del Sistema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048500" y="2571750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476750" y="5619750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5725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8512" y="376969"/>
            <a:ext cx="766306" cy="492625"/>
          </a:xfrm>
          <a:custGeom>
            <a:avLst/>
            <a:gdLst/>
            <a:ahLst/>
            <a:cxnLst/>
            <a:rect r="r" b="b" t="t" l="l"/>
            <a:pathLst>
              <a:path h="492625" w="766306">
                <a:moveTo>
                  <a:pt x="0" y="0"/>
                </a:moveTo>
                <a:lnTo>
                  <a:pt x="766305" y="0"/>
                </a:lnTo>
                <a:lnTo>
                  <a:pt x="766305" y="492625"/>
                </a:lnTo>
                <a:lnTo>
                  <a:pt x="0" y="49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9688" y="470527"/>
            <a:ext cx="810601" cy="392226"/>
          </a:xfrm>
          <a:custGeom>
            <a:avLst/>
            <a:gdLst/>
            <a:ahLst/>
            <a:cxnLst/>
            <a:rect r="r" b="b" t="t" l="l"/>
            <a:pathLst>
              <a:path h="392226" w="810601">
                <a:moveTo>
                  <a:pt x="0" y="0"/>
                </a:moveTo>
                <a:lnTo>
                  <a:pt x="810601" y="0"/>
                </a:lnTo>
                <a:lnTo>
                  <a:pt x="810601" y="392227"/>
                </a:lnTo>
                <a:lnTo>
                  <a:pt x="0" y="39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969" y="517359"/>
            <a:ext cx="7253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b="true" sz="1669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2066925"/>
            <a:ext cx="4762500" cy="38100"/>
            <a:chOff x="0" y="0"/>
            <a:chExt cx="635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0800"/>
            </a:xfrm>
            <a:custGeom>
              <a:avLst/>
              <a:gdLst/>
              <a:ahLst/>
              <a:cxnLst/>
              <a:rect r="r" b="b" t="t" l="l"/>
              <a:pathLst>
                <a:path h="508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428750" y="3209925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200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4073" y="364421"/>
            <a:ext cx="757854" cy="366704"/>
          </a:xfrm>
          <a:custGeom>
            <a:avLst/>
            <a:gdLst/>
            <a:ahLst/>
            <a:cxnLst/>
            <a:rect r="r" b="b" t="t" l="l"/>
            <a:pathLst>
              <a:path h="366704" w="757854">
                <a:moveTo>
                  <a:pt x="0" y="0"/>
                </a:moveTo>
                <a:lnTo>
                  <a:pt x="757854" y="0"/>
                </a:lnTo>
                <a:lnTo>
                  <a:pt x="757854" y="366703"/>
                </a:lnTo>
                <a:lnTo>
                  <a:pt x="0" y="366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073" y="436548"/>
            <a:ext cx="7726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</a:pPr>
            <a:r>
              <a:rPr lang="en-US" b="true" sz="167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9088" y="2656600"/>
            <a:ext cx="1796951" cy="43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614">
                <a:solidFill>
                  <a:srgbClr val="EAEBED"/>
                </a:solidFill>
                <a:latin typeface="Barlow Bold"/>
                <a:ea typeface="Barlow Bold"/>
                <a:cs typeface="Barlow Bold"/>
                <a:sym typeface="Barlow Bold"/>
              </a:rPr>
              <a:t>Paulo Palma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8750" y="3019425"/>
            <a:ext cx="95250" cy="95250"/>
            <a:chOff x="0" y="0"/>
            <a:chExt cx="127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" y="3733800"/>
            <a:ext cx="95250" cy="95250"/>
            <a:chOff x="0" y="0"/>
            <a:chExt cx="127000" cy="12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428750" y="4162425"/>
            <a:ext cx="6667500" cy="0"/>
          </a:xfrm>
          <a:prstGeom prst="line">
            <a:avLst/>
          </a:prstGeom>
          <a:ln cap="flat" w="9525">
            <a:solidFill>
              <a:srgbClr val="2A3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8750" y="4448175"/>
            <a:ext cx="95250" cy="95250"/>
            <a:chOff x="0" y="0"/>
            <a:chExt cx="127000" cy="12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428750" y="4876800"/>
            <a:ext cx="6667500" cy="0"/>
          </a:xfrm>
          <a:prstGeom prst="line">
            <a:avLst/>
          </a:prstGeom>
          <a:ln cap="flat" w="9525">
            <a:solidFill>
              <a:srgbClr val="2A3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28750" y="5162550"/>
            <a:ext cx="95250" cy="95250"/>
            <a:chOff x="0" y="0"/>
            <a:chExt cx="127000" cy="12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29750" y="3019425"/>
            <a:ext cx="95250" cy="95250"/>
            <a:chOff x="0" y="0"/>
            <a:chExt cx="127000" cy="12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29750" y="3733800"/>
            <a:ext cx="95250" cy="95250"/>
            <a:chOff x="0" y="0"/>
            <a:chExt cx="127000" cy="12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4448175"/>
            <a:ext cx="95250" cy="95250"/>
            <a:chOff x="0" y="0"/>
            <a:chExt cx="127000" cy="12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29750" y="5162550"/>
            <a:ext cx="95250" cy="95250"/>
            <a:chOff x="0" y="0"/>
            <a:chExt cx="127000" cy="12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38100" y="30956"/>
            <a:ext cx="18364388" cy="10329968"/>
          </a:xfrm>
          <a:custGeom>
            <a:avLst/>
            <a:gdLst/>
            <a:ahLst/>
            <a:cxnLst/>
            <a:rect r="r" b="b" t="t" l="l"/>
            <a:pathLst>
              <a:path h="10329968" w="18364388">
                <a:moveTo>
                  <a:pt x="0" y="0"/>
                </a:moveTo>
                <a:lnTo>
                  <a:pt x="18364388" y="0"/>
                </a:lnTo>
                <a:lnTo>
                  <a:pt x="18364388" y="10329969"/>
                </a:lnTo>
                <a:lnTo>
                  <a:pt x="0" y="10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28574" y="415883"/>
            <a:ext cx="400126" cy="459404"/>
          </a:xfrm>
          <a:custGeom>
            <a:avLst/>
            <a:gdLst/>
            <a:ahLst/>
            <a:cxnLst/>
            <a:rect r="r" b="b" t="t" l="l"/>
            <a:pathLst>
              <a:path h="459404" w="400126">
                <a:moveTo>
                  <a:pt x="0" y="0"/>
                </a:moveTo>
                <a:lnTo>
                  <a:pt x="400126" y="0"/>
                </a:lnTo>
                <a:lnTo>
                  <a:pt x="400126" y="459404"/>
                </a:lnTo>
                <a:lnTo>
                  <a:pt x="0" y="459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88788" y="372080"/>
            <a:ext cx="1039962" cy="503207"/>
          </a:xfrm>
          <a:custGeom>
            <a:avLst/>
            <a:gdLst/>
            <a:ahLst/>
            <a:cxnLst/>
            <a:rect r="r" b="b" t="t" l="l"/>
            <a:pathLst>
              <a:path h="503207" w="1039962">
                <a:moveTo>
                  <a:pt x="0" y="0"/>
                </a:moveTo>
                <a:lnTo>
                  <a:pt x="1039962" y="0"/>
                </a:lnTo>
                <a:lnTo>
                  <a:pt x="1039962" y="503207"/>
                </a:lnTo>
                <a:lnTo>
                  <a:pt x="0" y="503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28574" y="386406"/>
            <a:ext cx="6357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b="true" sz="1679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90775" y="3543300"/>
            <a:ext cx="1333500" cy="304800"/>
            <a:chOff x="0" y="0"/>
            <a:chExt cx="177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48425" y="3543300"/>
            <a:ext cx="1333500" cy="304800"/>
            <a:chOff x="0" y="0"/>
            <a:chExt cx="1778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48640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54405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4563725" y="3543300"/>
            <a:ext cx="1333500" cy="304800"/>
            <a:chOff x="0" y="0"/>
            <a:chExt cx="17780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360170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30748" y="0"/>
            <a:ext cx="18026505" cy="10120540"/>
          </a:xfrm>
          <a:custGeom>
            <a:avLst/>
            <a:gdLst/>
            <a:ahLst/>
            <a:cxnLst/>
            <a:rect r="r" b="b" t="t" l="l"/>
            <a:pathLst>
              <a:path h="10120540" w="18026505">
                <a:moveTo>
                  <a:pt x="0" y="0"/>
                </a:moveTo>
                <a:lnTo>
                  <a:pt x="18026504" y="0"/>
                </a:lnTo>
                <a:lnTo>
                  <a:pt x="18026504" y="10120540"/>
                </a:lnTo>
                <a:lnTo>
                  <a:pt x="0" y="10120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0" t="-2636" r="-122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200" y="42863"/>
            <a:ext cx="18211800" cy="10244137"/>
          </a:xfrm>
          <a:custGeom>
            <a:avLst/>
            <a:gdLst/>
            <a:ahLst/>
            <a:cxnLst/>
            <a:rect r="r" b="b" t="t" l="l"/>
            <a:pathLst>
              <a:path h="10244137" w="18211800">
                <a:moveTo>
                  <a:pt x="0" y="0"/>
                </a:moveTo>
                <a:lnTo>
                  <a:pt x="18211800" y="0"/>
                </a:lnTo>
                <a:lnTo>
                  <a:pt x="18211800" y="10244137"/>
                </a:lnTo>
                <a:lnTo>
                  <a:pt x="0" y="10244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7511" y="233097"/>
            <a:ext cx="886685" cy="429041"/>
          </a:xfrm>
          <a:custGeom>
            <a:avLst/>
            <a:gdLst/>
            <a:ahLst/>
            <a:cxnLst/>
            <a:rect r="r" b="b" t="t" l="l"/>
            <a:pathLst>
              <a:path h="429041" w="886685">
                <a:moveTo>
                  <a:pt x="0" y="0"/>
                </a:moveTo>
                <a:lnTo>
                  <a:pt x="886685" y="0"/>
                </a:lnTo>
                <a:lnTo>
                  <a:pt x="886685" y="429041"/>
                </a:lnTo>
                <a:lnTo>
                  <a:pt x="0" y="42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8721" y="376388"/>
            <a:ext cx="63832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b="true" sz="1687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3819525"/>
            <a:ext cx="11430000" cy="104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¡Gracias por su atención!</a:t>
            </a:r>
          </a:p>
        </p:txBody>
      </p:sp>
      <p:sp>
        <p:nvSpPr>
          <p:cNvPr name="AutoShape 6" id="6"/>
          <p:cNvSpPr/>
          <p:nvPr/>
        </p:nvSpPr>
        <p:spPr>
          <a:xfrm>
            <a:off x="7905750" y="5048250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381500" y="5381625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778DA9"/>
                </a:solidFill>
                <a:latin typeface="Inter"/>
                <a:ea typeface="Inter"/>
                <a:cs typeface="Inter"/>
                <a:sym typeface="Inter"/>
              </a:rPr>
              <a:t>AutoGest Aconcagua — Sistema de Gestión Automotriz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83000" y="571500"/>
            <a:ext cx="1333500" cy="1333500"/>
            <a:chOff x="0" y="0"/>
            <a:chExt cx="1778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00B4D8">
                <a:alpha val="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64000" y="952500"/>
            <a:ext cx="952500" cy="952500"/>
            <a:chOff x="0" y="0"/>
            <a:chExt cx="1270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0B4D8">
                <a:alpha val="9804"/>
              </a:srgbClr>
            </a:solidFill>
            <a:ln w="9525" cap="sq">
              <a:solidFill>
                <a:srgbClr val="00B4D8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DAHS7kBGWe8</dc:identifier>
  <dcterms:modified xsi:type="dcterms:W3CDTF">2011-08-01T06:04:30Z</dcterms:modified>
  <cp:revision>1</cp:revision>
  <dc:title>Thesis Defense</dc:title>
</cp:coreProperties>
</file>